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>
        <p:scale>
          <a:sx n="66" d="100"/>
          <a:sy n="66" d="100"/>
        </p:scale>
        <p:origin x="337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9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8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2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2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7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0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31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5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4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18DEE-B725-4DA6-823F-029A7A4F3BF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770CC-3EA8-43AB-B686-F856684D1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4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17684FD3-59C1-9064-8EFD-1AE1A5098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441053"/>
              </p:ext>
            </p:extLst>
          </p:nvPr>
        </p:nvGraphicFramePr>
        <p:xfrm>
          <a:off x="972457" y="2177143"/>
          <a:ext cx="4887687" cy="1132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29">
                  <a:extLst>
                    <a:ext uri="{9D8B030D-6E8A-4147-A177-3AD203B41FA5}">
                      <a16:colId xmlns:a16="http://schemas.microsoft.com/office/drawing/2014/main" val="2835972499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283479011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861984826"/>
                    </a:ext>
                  </a:extLst>
                </a:gridCol>
              </a:tblGrid>
              <a:tr h="1132114">
                <a:tc>
                  <a:txBody>
                    <a:bodyPr/>
                    <a:lstStyle/>
                    <a:p>
                      <a:pPr algn="ctr"/>
                      <a:r>
                        <a:rPr lang="he-IL" sz="2000" dirty="0"/>
                        <a:t>חברים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dirty="0"/>
                        <a:t>משפחה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dirty="0"/>
                        <a:t>זוגות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414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669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006C-BA6D-44CC-1413-49E1F56D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22ACC737-D332-5283-47FA-CC28B02A3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065837"/>
              </p:ext>
            </p:extLst>
          </p:nvPr>
        </p:nvGraphicFramePr>
        <p:xfrm>
          <a:off x="985156" y="3338286"/>
          <a:ext cx="4887687" cy="1132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29">
                  <a:extLst>
                    <a:ext uri="{9D8B030D-6E8A-4147-A177-3AD203B41FA5}">
                      <a16:colId xmlns:a16="http://schemas.microsoft.com/office/drawing/2014/main" val="2835972499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283479011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861984826"/>
                    </a:ext>
                  </a:extLst>
                </a:gridCol>
              </a:tblGrid>
              <a:tr h="1132114">
                <a:tc>
                  <a:txBody>
                    <a:bodyPr/>
                    <a:lstStyle/>
                    <a:p>
                      <a:pPr algn="ctr"/>
                      <a:r>
                        <a:rPr lang="he-IL" sz="2000" dirty="0"/>
                        <a:t>סגנון משחק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000" dirty="0"/>
                        <a:t>סגנון משחק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dirty="0"/>
                        <a:t>סגנון משחק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414799"/>
                  </a:ext>
                </a:extLst>
              </a:tr>
            </a:tbl>
          </a:graphicData>
        </a:graphic>
      </p:graphicFrame>
      <p:sp>
        <p:nvSpPr>
          <p:cNvPr id="2" name="מלבן 1">
            <a:extLst>
              <a:ext uri="{FF2B5EF4-FFF2-40B4-BE49-F238E27FC236}">
                <a16:creationId xmlns:a16="http://schemas.microsoft.com/office/drawing/2014/main" id="{BB621E9A-995D-3D47-619A-7DE11F4D0988}"/>
              </a:ext>
            </a:extLst>
          </p:cNvPr>
          <p:cNvSpPr/>
          <p:nvPr/>
        </p:nvSpPr>
        <p:spPr>
          <a:xfrm>
            <a:off x="2596242" y="2133599"/>
            <a:ext cx="1665516" cy="1001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 err="1"/>
              <a:t>כטגוריה</a:t>
            </a:r>
            <a:r>
              <a:rPr lang="he-IL" dirty="0"/>
              <a:t> נבחרת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5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9EAFC-B385-5844-28C8-B0917A8F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CFC6D6DA-2D74-0897-1587-B41D971BD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162525"/>
              </p:ext>
            </p:extLst>
          </p:nvPr>
        </p:nvGraphicFramePr>
        <p:xfrm>
          <a:off x="985156" y="3338286"/>
          <a:ext cx="4887687" cy="1132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29">
                  <a:extLst>
                    <a:ext uri="{9D8B030D-6E8A-4147-A177-3AD203B41FA5}">
                      <a16:colId xmlns:a16="http://schemas.microsoft.com/office/drawing/2014/main" val="2835972499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283479011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861984826"/>
                    </a:ext>
                  </a:extLst>
                </a:gridCol>
              </a:tblGrid>
              <a:tr h="1132114">
                <a:tc>
                  <a:txBody>
                    <a:bodyPr/>
                    <a:lstStyle/>
                    <a:p>
                      <a:pPr algn="ctr"/>
                      <a:r>
                        <a:rPr lang="he-IL" sz="2000" dirty="0"/>
                        <a:t>ספר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000" dirty="0"/>
                        <a:t>ספר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dirty="0"/>
                        <a:t>ספר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414799"/>
                  </a:ext>
                </a:extLst>
              </a:tr>
            </a:tbl>
          </a:graphicData>
        </a:graphic>
      </p:graphicFrame>
      <p:sp>
        <p:nvSpPr>
          <p:cNvPr id="2" name="מלבן 1">
            <a:extLst>
              <a:ext uri="{FF2B5EF4-FFF2-40B4-BE49-F238E27FC236}">
                <a16:creationId xmlns:a16="http://schemas.microsoft.com/office/drawing/2014/main" id="{77C739E8-FB53-7A6A-4879-18FD98A01C21}"/>
              </a:ext>
            </a:extLst>
          </p:cNvPr>
          <p:cNvSpPr/>
          <p:nvPr/>
        </p:nvSpPr>
        <p:spPr>
          <a:xfrm>
            <a:off x="2596242" y="2133599"/>
            <a:ext cx="1665516" cy="1001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סגנון משחק נבחר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81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B237-CD31-DCED-7678-A4A4983D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617A501-8D16-F77B-F14B-C7A336B1F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646955"/>
              </p:ext>
            </p:extLst>
          </p:nvPr>
        </p:nvGraphicFramePr>
        <p:xfrm>
          <a:off x="985156" y="3338286"/>
          <a:ext cx="4887687" cy="1132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29">
                  <a:extLst>
                    <a:ext uri="{9D8B030D-6E8A-4147-A177-3AD203B41FA5}">
                      <a16:colId xmlns:a16="http://schemas.microsoft.com/office/drawing/2014/main" val="2835972499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283479011"/>
                    </a:ext>
                  </a:extLst>
                </a:gridCol>
                <a:gridCol w="1629229">
                  <a:extLst>
                    <a:ext uri="{9D8B030D-6E8A-4147-A177-3AD203B41FA5}">
                      <a16:colId xmlns:a16="http://schemas.microsoft.com/office/drawing/2014/main" val="2861984826"/>
                    </a:ext>
                  </a:extLst>
                </a:gridCol>
              </a:tblGrid>
              <a:tr h="1132114">
                <a:tc>
                  <a:txBody>
                    <a:bodyPr/>
                    <a:lstStyle/>
                    <a:p>
                      <a:pPr algn="ctr"/>
                      <a:r>
                        <a:rPr lang="he-IL" sz="2000"/>
                        <a:t>סקלה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000" dirty="0"/>
                        <a:t>סקלה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000" dirty="0"/>
                        <a:t>סקלה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414799"/>
                  </a:ext>
                </a:extLst>
              </a:tr>
            </a:tbl>
          </a:graphicData>
        </a:graphic>
      </p:graphicFrame>
      <p:sp>
        <p:nvSpPr>
          <p:cNvPr id="2" name="מלבן 1">
            <a:extLst>
              <a:ext uri="{FF2B5EF4-FFF2-40B4-BE49-F238E27FC236}">
                <a16:creationId xmlns:a16="http://schemas.microsoft.com/office/drawing/2014/main" id="{8B546D8E-4B07-EE62-2397-224D995DD134}"/>
              </a:ext>
            </a:extLst>
          </p:cNvPr>
          <p:cNvSpPr/>
          <p:nvPr/>
        </p:nvSpPr>
        <p:spPr>
          <a:xfrm>
            <a:off x="2596242" y="2133599"/>
            <a:ext cx="1665516" cy="1001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ספר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09754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ערכת נושא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21</Words>
  <Application>Microsoft Office PowerPoint</Application>
  <PresentationFormat>מסך רחב</PresentationFormat>
  <Paragraphs>15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yehuda gabbay</dc:creator>
  <cp:lastModifiedBy>yehuda gabbay</cp:lastModifiedBy>
  <cp:revision>1</cp:revision>
  <dcterms:created xsi:type="dcterms:W3CDTF">2026-05-28T10:19:30Z</dcterms:created>
  <dcterms:modified xsi:type="dcterms:W3CDTF">2026-05-28T11:01:54Z</dcterms:modified>
</cp:coreProperties>
</file>